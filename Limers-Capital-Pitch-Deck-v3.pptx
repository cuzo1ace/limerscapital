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1691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-100" kern="0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Limer's Capital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stocks.</a:t>
            </a:r>
            <a:pPr algn="ctr" indent="0" marL="0">
              <a:buNone/>
            </a:pPr>
            <a:r>
              <a:rPr lang="en-US" sz="2400" i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Regional markets.</a:t>
            </a:r>
            <a:pPr algn="ctr" indent="0" marL="0">
              <a:buNone/>
            </a:pPr>
            <a:r>
              <a:rPr lang="en-US" sz="2400" i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Global access.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on-chain gateway to Caribbean capital markets — built on Solana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4069080"/>
            <a:ext cx="1828800" cy="0"/>
          </a:xfrm>
          <a:prstGeom prst="line">
            <a:avLst/>
          </a:prstGeom>
          <a:noFill/>
          <a:ln w="1905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617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 v3 · April 2026 · limerscapital.com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$37B in Caribbean equities.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Structurally undervalued.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TTSE PE RATIO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4D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9.9×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12.0x 3-year average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228600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JAMAICA (JSE)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00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discount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EMERGING MARKETS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below average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52044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DEVELOPED MARKETS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53%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8006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below S&amp;P 500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STRUCTURAL DISCOUNT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quality problem.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plumbing problem.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54864" cy="384048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331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Illiquidity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3317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20-30%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Many stocks trade only a few times per month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40680" y="23317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C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24/7 global trading on Solana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8229600" cy="384048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70632"/>
            <a:ext cx="54864" cy="384048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Fragmentation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770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5-10%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7706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separate exchanges, 5% price differentials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277063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770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C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unified order book on-chain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8229600" cy="384048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9544"/>
            <a:ext cx="54864" cy="384048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0954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2095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Conglomerate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32095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10-15%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320954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Can't invest in individual divisions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320954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32095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C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Tokenize subsidiaries individually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648456"/>
            <a:ext cx="8229600" cy="384048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48456"/>
            <a:ext cx="54864" cy="384048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64845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36484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36484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36484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analyst coverage, no Bloomberg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40680" y="364845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0" y="36484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C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On-chain analytics + AI research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087368"/>
            <a:ext cx="8229600" cy="384048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087368"/>
            <a:ext cx="54864" cy="384048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0873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60120" y="40873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40873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5-10%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88920" y="4087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ETFs, no ADRs, capital controls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40680" y="40873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60720" y="40873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C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Solana wallet worldwide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structural discount: 45–65%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THE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stocks. Regional markets.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access.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251460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2697480" cy="7315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home exchange, on-chain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30+ stocks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(paper trading)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 30 stocks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TTD balances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Wam fiat on-ramp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TTSEC regulatory mapping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2011680"/>
            <a:ext cx="2697480" cy="251460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2011680"/>
            <a:ext cx="269748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REGIONAL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02152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Caribbean's unified capital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2152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100+ stocks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02152" y="31089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Expanding (12-18mo)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JSE 45+ companies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BSE 20 companies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ECSE 8 nations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Cross-border settlement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1344" y="2011680"/>
            <a:ext cx="2697480" cy="251460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011680"/>
            <a:ext cx="269748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64224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every market through one wallet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2834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200+ US + all Solana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64224" y="31089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Solana ecosystem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64224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Ondo Finance 200+ US stocks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Jupiter swaps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Diaspora corridor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CBDC interop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THE POSITIONING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Ondo for the Caribbean.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237744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ONDO FINANCE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Brings US stocks to global users via Solana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200+ stocks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$255M BlackRock fund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Institutional-grade backing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6517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3657600" cy="237744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Brings Caribbean stocks to global users via Solana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30+ stocks (expanding to 100+)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VASP-licensed fiat bridge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Caribbean market is MORE undervalued (9.9x vs US 20x+)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thesis. Different market. More upside.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THE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 at 28×.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ANSA McAL at 10×.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28x PE  |  0.5% div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23317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ANSA McAL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10x PE  |  3.2% div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C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64% lower PE, 6× higher yield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2724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JPMorgan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1272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12x PE  |  2.3% div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3127248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312724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Republic Bank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31272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8.5x PE  |  4.5% div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C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29% discount to world's largest bank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8229600" cy="68580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2277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S&amp;P 500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3922776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21x PE  |  1.3% div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922776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392277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TTSE Composite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922776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9.9x PE  |  3.5% div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4074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C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entire market at half the US valuation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THE MATH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$8.9B in value creation.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$37B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6517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Combined Caribbean equities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331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2120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9.9x → 14x 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+41% upside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Remittance corridor: $20.4B/yr at 7.1%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Remittance corridor: </a:t>
            </a:r>
            <a:pPr indent="0" marL="0">
              <a:buNone/>
            </a:pPr>
            <a:r>
              <a:rPr lang="en-US" sz="1300" b="1" dirty="0">
                <a:solidFill>
                  <a:srgbClr val="FFCA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$20.4B/yr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at 7.1% cost → 1.5% = </a:t>
            </a:r>
            <a:pPr indent="0" marL="0">
              <a:buNone/>
            </a:pPr>
            <a:r>
              <a:rPr lang="en-US" sz="13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$1.1B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in annual consumer savings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 capturing 0.25% of value creation = $22M annual revenue opportunity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Learn. Trade. Earn. Grow.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Education is the funnel. Capital markets is the product.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965960" cy="196596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97480"/>
            <a:ext cx="196596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modules · 37 lessons · 8 quizzes. From wallets to advanced LP strategies.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697480"/>
            <a:ext cx="1965960" cy="196596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2697480"/>
            <a:ext cx="196596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trade $100K virtual. 14 Solana tokens + 30 TTSE stocks + perpetuals.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1965960" cy="196596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697480"/>
            <a:ext cx="1965960" cy="7315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EARN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$LIMER points convert to tokens at launch. 25 badges, 10-tier XP, streaks.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697480"/>
            <a:ext cx="1965960" cy="196596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697480"/>
            <a:ext cx="1965960" cy="73152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926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291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9B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37947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Tokenized Caribbean RWAs. Universal Basic Ownership for every islander.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TRACTION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Production-grade.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prototype.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97480" cy="9601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697480" cy="9601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 MODULES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2697480" cy="9601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2697480" cy="9601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361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3429000"/>
            <a:ext cx="2697480" cy="9601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7472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JURISDICTIONS MAPPED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3429000"/>
            <a:ext cx="2697480" cy="9601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14+30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+ TTSE STOCKS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Jupiter V6 swaps · Solflare/Phantom wallet integration · On-chain profiles · PWA · i18n in 3 languages · Cloudflare Worker API proxy · Vitest + Playwright tests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TECHNOLOGY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with world-class tools.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438912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4864" cy="43891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286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18 · Vite 8 · Tailwind CSS 4 · Framer Motion 12 · Zustand 5 · TanStack Query 5 · i18next · PWA (Workbox)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8229600" cy="438912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98064"/>
            <a:ext cx="54864" cy="43891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980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79806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Anchor (Rust) · @solana/web3.js · wallet-standard · Jupiter V6 · Pyth Hermes · Helius RPC + DAS · Meteora · Percolator SDK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10128"/>
            <a:ext cx="8229600" cy="438912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10128"/>
            <a:ext cx="54864" cy="43891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01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3101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Cloudflare Workers · Cloudflare Pages · Supabase (PostgreSQL) · GitHub Actions CI/CD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8229600" cy="438912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22192"/>
            <a:ext cx="54864" cy="438912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9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8221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(Anthropic) · ElevenLabs TTS · Remotion 4 · Penpot · PptxGenJS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34256"/>
            <a:ext cx="54864" cy="438912"/>
          </a:xfrm>
          <a:prstGeom prst="rect">
            <a:avLst/>
          </a:prstGeom>
          <a:solidFill>
            <a:srgbClr val="00EF99"/>
          </a:solidFill>
          <a:ln w="12700">
            <a:solidFill>
              <a:srgbClr val="00EF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342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433425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Vitest (361 tests, 14 files) · Playwright + WebKit · python-pptx QA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COMPETITIVE POSITION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whitespace no one else sees.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219456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A−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5% uniqueness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5,400+ Colosseum projects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5303520" cy="50292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377440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4505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CARIBBEAN-SPECIFIC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of 5,400+ Colosseum projects target the region. Complete whitespace.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2944368"/>
            <a:ext cx="5303520" cy="50292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944368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0175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CROSS-CLUSTER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project bridging "Gamified Education" + "Gamified Trading".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511296"/>
            <a:ext cx="5303520" cy="50292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511296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5844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 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22-jurisdiction VASP / CBDC / DARE Act tracker. Nothing comparable.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4078224"/>
            <a:ext cx="5303520" cy="50292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4078224"/>
            <a:ext cx="54864" cy="502920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41513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 + EXECUTION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43342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 → Practice → Execute pipeline. Competitors do one, never all.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THE 100-YEAR 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Centennial Evolution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Limer's as a dissipative structure (Prigogine, 1977) — analyzed across 5 disciplines: physics, economics, sociology, data science, software engineering.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1371600" cy="201168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468880"/>
            <a:ext cx="137160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NUCLEATION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2026—33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47088" y="2468880"/>
            <a:ext cx="1371600" cy="201168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7088" y="2468880"/>
            <a:ext cx="1371600" cy="73152"/>
          </a:xfrm>
          <a:prstGeom prst="rect">
            <a:avLst/>
          </a:prstGeom>
          <a:solidFill>
            <a:srgbClr val="00EF99"/>
          </a:solidFill>
          <a:ln w="12700">
            <a:solidFill>
              <a:srgbClr val="00EF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92808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CRYSTALLIZE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92808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2033—45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82696" y="2468880"/>
            <a:ext cx="1371600" cy="201168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2468880"/>
            <a:ext cx="1371600" cy="7315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DIASPORA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28416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2045—65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2468880"/>
            <a:ext cx="1371600" cy="201168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2468880"/>
            <a:ext cx="1371600" cy="73152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9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IV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4024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SOVEREIGN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64024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2065—85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53912" y="2468880"/>
            <a:ext cx="1371600" cy="201168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3912" y="2468880"/>
            <a:ext cx="137160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GENERATIONAL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9632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2085—2110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89520" y="2468880"/>
            <a:ext cx="1371600" cy="2011680"/>
          </a:xfrm>
          <a:prstGeom prst="rect">
            <a:avLst/>
          </a:prstGeom>
          <a:solidFill>
            <a:srgbClr val="1A1B1F"/>
          </a:solidFill>
          <a:ln w="6350">
            <a:solidFill>
              <a:srgbClr val="3A3C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2468880"/>
            <a:ext cx="1371600" cy="73152"/>
          </a:xfrm>
          <a:prstGeom prst="rect">
            <a:avLst/>
          </a:prstGeom>
          <a:solidFill>
            <a:srgbClr val="6B6C6E"/>
          </a:solidFill>
          <a:ln w="12700">
            <a:solidFill>
              <a:srgbClr val="6B6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 VI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35240" y="3063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POST-PLATFORM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3524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2110—26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THE MATH OF SURVIVAL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P(100) = 10% → 29%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6400800" cy="91440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P(T) = e^(−λT) × (1 + αT)^β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697480" cy="123444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3444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MORTALITY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0.030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−27% via multi-sig succession,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university partnerships,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chain abstraction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9272" y="3246120"/>
            <a:ext cx="2697480" cy="123444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096512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ANTIFRAGILITY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96512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0.008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2152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+50% via volatility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harvesting treasury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open-source protocol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81344" y="3246120"/>
            <a:ext cx="2697480" cy="123444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58584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QUALITY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58584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1.20</a:t>
            </a:r>
            <a:pPr indent="0" marL="0">
              <a:buNone/>
            </a:pPr>
            <a:r>
              <a:rPr lang="en-US" sz="130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FDF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3959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+25% via Protocol Charter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Advisory Council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 Validators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Result: ~3× improvement in centennial survival probability.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UBO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Universal Basic Ownership.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equity for founders. Equity for users. The Caribbean diaspora as shareholders in their region's financial future.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023360" cy="173736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 / 50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SUPPLY SPLIT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500M to community via airdrops, learn-to-earn,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liquidity mining and referrals. 500M to operations,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treasury, team — all vested and transparent.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4023360" cy="1737360"/>
          </a:xfrm>
          <a:prstGeom prst="rect">
            <a:avLst/>
          </a:prstGeom>
          <a:solidFill>
            <a:srgbClr val="1A1B1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TO STAKERS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yield in USDC + SOL — never in inflated $LIMER.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Irrevocably encoded in the Protocol Charter.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entity holds &gt;25% voting power.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"The Caribbean diaspora has $20B in remittances flowing home each year. UBO turns those flows into ownership stakes — not just cash transfers."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SOLANA RWA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$873M wave.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Limer's rides it.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TOKENIZED RWAS ON SOLANA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$873M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 2026 record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228600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50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TOKENIZED US STOCKS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200+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00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via Ondo Finance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BLACKROCK BUIDL FUND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$255M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Solana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3520440"/>
            <a:ext cx="4023360" cy="1097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685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MCKINSEY 2030 PROJECTION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9B5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$2T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8006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RWA tokenization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Galaxy Research: Solana Internet Capital Markets → $2B by end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prototype to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Caribbean infrastructure.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965960" cy="23317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1965960" cy="73152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957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Live at limerscapital.com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19 pages · 361 tests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Landing + Disclaimer + Squeeze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100K MAU + token launch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2194560"/>
            <a:ext cx="1965960" cy="23317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194560"/>
            <a:ext cx="1965960" cy="73152"/>
          </a:xfrm>
          <a:prstGeom prst="rect">
            <a:avLst/>
          </a:prstGeom>
          <a:solidFill>
            <a:srgbClr val="BF81FF"/>
          </a:solidFill>
          <a:ln w="12700">
            <a:solidFill>
              <a:srgbClr val="BF8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3957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F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MONTHS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97480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Multi-sig + Advisory Council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University partnerships (UWI, UTT)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Public analytics dashboard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Soulbound credential NFTs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1965960" cy="23317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194560"/>
            <a:ext cx="1965960" cy="73152"/>
          </a:xfrm>
          <a:prstGeom prst="rect">
            <a:avLst/>
          </a:prstGeom>
          <a:solidFill>
            <a:srgbClr val="FFCA3A"/>
          </a:solidFill>
          <a:ln w="12700">
            <a:solidFill>
              <a:srgbClr val="FFC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3957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Regional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00600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JSE integration (Jamaica)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Bermuda DABA registration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Wam VASP integration live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Premium tier ($9.99/mo)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965960" cy="233172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2194560"/>
            <a:ext cx="1965960" cy="73152"/>
          </a:xfrm>
          <a:prstGeom prst="rect">
            <a:avLst/>
          </a:prstGeom>
          <a:solidFill>
            <a:srgbClr val="2D9B56"/>
          </a:solidFill>
          <a:ln w="12700">
            <a:solidFill>
              <a:srgbClr val="2D9B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957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D9B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MONTHS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03720" y="30632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Remittance corridor pilot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CBDC testnet integration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TTSE RWA tokenization legal wrapper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1.8M MAU · $180M ARR target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need.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DF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offer.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023360" cy="2240280"/>
          </a:xfrm>
          <a:prstGeom prst="rect">
            <a:avLst/>
          </a:prstGeom>
          <a:solidFill>
            <a:srgbClr val="1A1B1F"/>
          </a:solidFill>
          <a:ln w="9525">
            <a:solidFill>
              <a:srgbClr val="3A3C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Pre-seed runway through Era I nucleation — focused on critical-mass + multi-jurisdictional licensing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Advisors: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Caribbean fintech, Solana ecosystem, regional academic, diaspora community leader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FFA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Partners: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TTSEC LOI, UWI/UTT curriculum partnership, Wam VASP integration, second jurisdiction (Bermuda DABA)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331720"/>
            <a:ext cx="4023360" cy="2240280"/>
          </a:xfrm>
          <a:prstGeom prst="rect">
            <a:avLst/>
          </a:prstGeom>
          <a:solidFill>
            <a:srgbClr val="1A1B1F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OFFER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Production-ready platform: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pages, 361 tests, real Jupiter swaps.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Whitespace position: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of 5,400+ Colosseum projects target this region.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100-year vision: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mathematical survival model + 8 antifragility interventions.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DFBF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Universal Basic Ownership: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BABA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own the platform, encoded in an irrevocable charter.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Limer's Capital · limerscapital.com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FFA3">
              <a:alpha val="5000"/>
            </a:srgbClr>
          </a:solidFill>
          <a:ln w="12700">
            <a:solidFill>
              <a:srgbClr val="00FF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BF81FF">
              <a:alpha val="4000"/>
            </a:srgbClr>
          </a:solidFill>
          <a:ln w="12700">
            <a:solidFill>
              <a:srgbClr val="BF81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✦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12801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FF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 Nations.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20116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F81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Platform.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A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 Years.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limerscapital.com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0" y="4251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ABA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Solana ◎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@limerscapital · X · Instagram · TikTok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Limer's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Limer's Capital — Pitch Deck v3 (April 2026)</dc:title>
  <dc:subject>Caribbean Capital Markets on Solana — Local Stocks, Regional Markets, Global Access</dc:subject>
  <dc:creator>Limer's Capital</dc:creator>
  <cp:lastModifiedBy>Limer's Capital</cp:lastModifiedBy>
  <cp:revision>1</cp:revision>
  <dcterms:created xsi:type="dcterms:W3CDTF">2026-04-10T21:12:32Z</dcterms:created>
  <dcterms:modified xsi:type="dcterms:W3CDTF">2026-04-10T21:12:32Z</dcterms:modified>
</cp:coreProperties>
</file>