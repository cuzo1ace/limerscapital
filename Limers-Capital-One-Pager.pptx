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64008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 </a:t>
            </a:r>
            <a:pPr indent="0" marL="0">
              <a:buNone/>
            </a:pPr>
            <a:r>
              <a:rPr lang="en-US" sz="1400" b="1" spc="300" kern="0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LIMER'S CAPITAL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limerscapital.com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943600" cy="0"/>
          </a:xfrm>
          <a:prstGeom prst="line">
            <a:avLst/>
          </a:prstGeom>
          <a:noFill/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$37B </a:t>
            </a:r>
            <a:pPr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Caribbean equities structurally undervalued by </a:t>
            </a:r>
            <a:pPr indent="0" marL="0">
              <a:buNone/>
            </a:pPr>
            <a:r>
              <a:rPr lang="en-US" sz="1100" b="1" dirty="0">
                <a:solidFill>
                  <a:srgbClr val="FFC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45-65%</a:t>
            </a:r>
            <a:pPr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Zero native DeFi platforms serve the region.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371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9.9×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TTSE PE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75104" y="1645920"/>
            <a:ext cx="1371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75104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 EM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93008" y="1645920"/>
            <a:ext cx="1371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93008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remittances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10912" y="1645920"/>
            <a:ext cx="1371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10912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5943600" cy="640080"/>
          </a:xfrm>
          <a:prstGeom prst="rect">
            <a:avLst/>
          </a:prstGeom>
          <a:solidFill>
            <a:srgbClr val="1A1B1F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603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"Ondo brings US stocks to global users via Solana.
</a:t>
            </a:r>
            <a:pPr algn="ctr" indent="0" marL="0">
              <a:buNone/>
            </a:pPr>
            <a:r>
              <a:rPr lang="en-US" sz="1000" b="1" i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Limer's brings Caribbean stocks to global users via Solana.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thesis. More upside."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3-LAYER ARCHITECTURE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93592"/>
            <a:ext cx="1883664" cy="59436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93592"/>
            <a:ext cx="1883664" cy="457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850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84962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 30+ stocks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400507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now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487168" y="3593592"/>
            <a:ext cx="1883664" cy="59436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87168" y="3593592"/>
            <a:ext cx="1883664" cy="4572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6850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REGIONAL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78608" y="384962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JSE+BSE+ECSE 100+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78608" y="400507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12-18 months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17136" y="3593592"/>
            <a:ext cx="1883664" cy="59436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7136" y="3593592"/>
            <a:ext cx="1883664" cy="457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36850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08576" y="384962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Ondo 200+ US stocks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08576" y="400507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Solana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43708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GET USERS THERE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62686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</a:t>
            </a:r>
            <a:pPr indent="0" marL="0">
              <a:buNone/>
            </a:pPr>
            <a:r>
              <a:rPr lang="en-US" sz="1300" dirty="0">
                <a:solidFill>
                  <a:srgbClr val="6B6C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</a:t>
            </a:r>
            <a:pPr indent="0" marL="0">
              <a:buNone/>
            </a:pPr>
            <a:r>
              <a:rPr lang="en-US" sz="1300" dirty="0">
                <a:solidFill>
                  <a:srgbClr val="6B6C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</a:t>
            </a:r>
            <a:pPr indent="0" marL="0">
              <a:buNone/>
            </a:pPr>
            <a:r>
              <a:rPr lang="en-US" sz="1300" dirty="0">
                <a:solidFill>
                  <a:srgbClr val="6B6C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2D9B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88289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modules, 37 lessons  ·  $100K paper trading  ·  $LIMER points → tokens  ·  RWA tokenization + UBO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524865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BUILT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548640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pages  ·  361 tests  ·  Real Jupiter V6 swaps  ·  PWA  ·  Wallet-standard  ·  On-chain profiles  ·  i18n (EN/ES/FR)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56875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 · Vite 8 · Tailwind 4 · Anchor (Rust) · Solana · Cloudflare Workers · Supabase · Claude AI · ElevenLabs · Remotion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6035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27278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A⁻ grade</a:t>
            </a:r>
            <a:pPr indent="0" marL="0">
              <a:buNone/>
            </a:pPr>
            <a:r>
              <a:rPr lang="en-US" sz="8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·  0 of 5,400+ Colosseum projects target the Caribbean  ·  Cross-cluster: education × trading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645566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Wam (VASP-licensed)  ·  22-jurisdiction regulatory map  ·  Solflare wallet partnership  ·  100-year centennial vision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6803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70408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Pre-seed</a:t>
            </a:r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·  Advisors (fintech, Solana, academic, diaspora)  ·  </a:t>
            </a:r>
            <a:pPr indent="0" marL="0">
              <a:buNone/>
            </a:pPr>
            <a:r>
              <a:rPr lang="en-US" sz="80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Partners</a:t>
            </a:r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(TTSEC, UWI, Bermuda DABA)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7333488"/>
            <a:ext cx="5943600" cy="41148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733348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BAB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FDV TARGET: </a:t>
            </a:r>
            <a:pPr algn="ctr"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$25M – $100M</a:t>
            </a:r>
            <a:pPr algn="ctr" indent="0" marL="0">
              <a:buNone/>
            </a:pPr>
            <a:r>
              <a:rPr lang="en-US" sz="1100" dirty="0">
                <a:solidFill>
                  <a:srgbClr val="ABAB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(24-month horizon)  ·  </a:t>
            </a:r>
            <a:pPr algn="ctr" indent="0" marL="0">
              <a:buNone/>
            </a:pPr>
            <a:r>
              <a:rPr lang="en-US" sz="1100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Probability-weighted: ~$42M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7927848"/>
            <a:ext cx="5943600" cy="0"/>
          </a:xfrm>
          <a:prstGeom prst="line">
            <a:avLst/>
          </a:prstGeom>
          <a:noFill/>
          <a:ln w="6350">
            <a:solidFill>
              <a:srgbClr val="3A3C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803757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Solana ◎</a:t>
            </a:r>
            <a:pPr algn="ct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8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@limerscapital</a:t>
            </a:r>
            <a:pPr algn="ct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80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docs.limerscapital.com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82387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Cuzo1Ace  ·  Trinidad &amp; Tobago  ·  X · Instagram · TikTok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Limer's Capital — One-Pager</dc:title>
  <dc:subject>PptxGenJS Presentation</dc:subject>
  <dc:creator>Limer's Capital</dc:creator>
  <cp:lastModifiedBy>Limer's Capital</cp:lastModifiedBy>
  <cp:revision>1</cp:revision>
  <dcterms:created xsi:type="dcterms:W3CDTF">2026-04-11T22:48:40Z</dcterms:created>
  <dcterms:modified xsi:type="dcterms:W3CDTF">2026-04-11T22:48:40Z</dcterms:modified>
</cp:coreProperties>
</file>